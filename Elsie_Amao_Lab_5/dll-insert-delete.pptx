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0" r:id="rId2"/>
    <p:sldId id="353" r:id="rId3"/>
    <p:sldId id="35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76 w 43195"/>
                  <a:gd name="T1" fmla="*/ 0 h 43200"/>
                  <a:gd name="T2" fmla="*/ 0 w 43195"/>
                  <a:gd name="T3" fmla="*/ 80 h 43200"/>
                  <a:gd name="T4" fmla="*/ 78 w 43195"/>
                  <a:gd name="T5" fmla="*/ 79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76 w 43195"/>
                  <a:gd name="T1" fmla="*/ 0 h 43200"/>
                  <a:gd name="T2" fmla="*/ 0 w 43195"/>
                  <a:gd name="T3" fmla="*/ 80 h 43200"/>
                  <a:gd name="T4" fmla="*/ 78 w 43195"/>
                  <a:gd name="T5" fmla="*/ 79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</p:grpSp>
      </p:grpSp>
      <p:sp>
        <p:nvSpPr>
          <p:cNvPr id="69" name="Text Box 68"/>
          <p:cNvSpPr txBox="1">
            <a:spLocks noChangeArrowheads="1"/>
          </p:cNvSpPr>
          <p:nvPr userDrawn="1"/>
        </p:nvSpPr>
        <p:spPr bwMode="auto">
          <a:xfrm>
            <a:off x="906563" y="6400801"/>
            <a:ext cx="34044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1400"/>
              <a:t>© 2013 Goodrich, Tamassia, Goldwasser</a:t>
            </a:r>
          </a:p>
        </p:txBody>
      </p: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1320800" y="17526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320800" y="3309938"/>
            <a:ext cx="8534400" cy="1752600"/>
          </a:xfrm>
        </p:spPr>
        <p:txBody>
          <a:bodyPr/>
          <a:lstStyle>
            <a:lvl1pPr marL="0" indent="0">
              <a:buFont typeface="Wingdings" charset="0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Linked Lists</a:t>
            </a: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92674C-89E7-40C5-AAF3-5B0FBD209B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207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2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3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4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5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6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7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8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9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0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1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2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3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4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5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6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7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8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9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0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1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2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3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4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  <p:grpSp>
            <p:nvGrpSpPr>
              <p:cNvPr id="13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4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5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6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7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8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9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0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1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2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3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4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5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6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7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8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9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0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1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2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3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4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5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6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7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8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9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0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1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2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</p:grpSp>
        <p:sp>
          <p:nvSpPr>
            <p:cNvPr id="6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400"/>
            </a:p>
          </p:txBody>
        </p:sp>
        <p:sp>
          <p:nvSpPr>
            <p:cNvPr id="7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8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9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0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1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117 w 43195"/>
                  <a:gd name="T1" fmla="*/ 0 h 43200"/>
                  <a:gd name="T2" fmla="*/ 0 w 43195"/>
                  <a:gd name="T3" fmla="*/ 122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</p:grpSp>
      </p:grpSp>
      <p:sp>
        <p:nvSpPr>
          <p:cNvPr id="65" name="Text Box 68"/>
          <p:cNvSpPr txBox="1">
            <a:spLocks noChangeArrowheads="1"/>
          </p:cNvSpPr>
          <p:nvPr userDrawn="1"/>
        </p:nvSpPr>
        <p:spPr bwMode="auto">
          <a:xfrm>
            <a:off x="906563" y="6400801"/>
            <a:ext cx="34044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1400"/>
              <a:t>© 2013 Goodrich, Tamassia, Goldwasser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6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57DDB9A4-7996-4C1E-A12A-3D431C38547F}" type="datetime8">
              <a:rPr lang="en-US" altLang="en-US"/>
              <a:pPr>
                <a:defRPr/>
              </a:pPr>
              <a:t>10/3/2023 1:24 PM</a:t>
            </a:fld>
            <a:endParaRPr lang="en-US" altLang="en-US"/>
          </a:p>
        </p:txBody>
      </p:sp>
      <p:sp>
        <p:nvSpPr>
          <p:cNvPr id="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Linked Lists</a:t>
            </a:r>
          </a:p>
        </p:txBody>
      </p:sp>
      <p:sp>
        <p:nvSpPr>
          <p:cNvPr id="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4301D7-1B3E-4E7A-8F19-1C3C75ED4F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1540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2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3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4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5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6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7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8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9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0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1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2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3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4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5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6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7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8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9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0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1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2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3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4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  <p:grpSp>
            <p:nvGrpSpPr>
              <p:cNvPr id="13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4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5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6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7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8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9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0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1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2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3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4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5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6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7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8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9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0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1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2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3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4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5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6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7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8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9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0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1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2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</p:grpSp>
        <p:sp>
          <p:nvSpPr>
            <p:cNvPr id="6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400"/>
            </a:p>
          </p:txBody>
        </p:sp>
        <p:sp>
          <p:nvSpPr>
            <p:cNvPr id="7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8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9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0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1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117 w 43195"/>
                  <a:gd name="T1" fmla="*/ 0 h 43200"/>
                  <a:gd name="T2" fmla="*/ 0 w 43195"/>
                  <a:gd name="T3" fmla="*/ 122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</p:grpSp>
      </p:grpSp>
      <p:sp>
        <p:nvSpPr>
          <p:cNvPr id="65" name="Text Box 68"/>
          <p:cNvSpPr txBox="1">
            <a:spLocks noChangeArrowheads="1"/>
          </p:cNvSpPr>
          <p:nvPr userDrawn="1"/>
        </p:nvSpPr>
        <p:spPr bwMode="auto">
          <a:xfrm>
            <a:off x="906563" y="6400801"/>
            <a:ext cx="34044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1400"/>
              <a:t>© 2013 Goodrich, Tamassia, Goldwasser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79693065-D967-4F7B-90E3-41CDDF494EA0}" type="datetime8">
              <a:rPr lang="en-US" altLang="en-US"/>
              <a:pPr>
                <a:defRPr/>
              </a:pPr>
              <a:t>10/3/2023 1:24 PM</a:t>
            </a:fld>
            <a:endParaRPr lang="en-US" altLang="en-US"/>
          </a:p>
        </p:txBody>
      </p:sp>
      <p:sp>
        <p:nvSpPr>
          <p:cNvPr id="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Linked Lists</a:t>
            </a:r>
          </a:p>
        </p:txBody>
      </p:sp>
      <p:sp>
        <p:nvSpPr>
          <p:cNvPr id="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3576-40F7-420C-AA75-6FA10BF908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587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6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3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4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5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6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7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8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9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0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1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2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3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4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5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6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7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8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9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0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1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2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3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4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5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  <p:grpSp>
            <p:nvGrpSpPr>
              <p:cNvPr id="14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5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6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7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8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9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0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1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2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3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4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5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6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7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8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9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0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1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2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3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4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5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6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7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8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9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0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1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2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3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</p:grpSp>
        <p:sp>
          <p:nvSpPr>
            <p:cNvPr id="7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400"/>
            </a:p>
          </p:txBody>
        </p:sp>
        <p:sp>
          <p:nvSpPr>
            <p:cNvPr id="8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9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1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2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117 w 43195"/>
                  <a:gd name="T1" fmla="*/ 0 h 43200"/>
                  <a:gd name="T2" fmla="*/ 0 w 43195"/>
                  <a:gd name="T3" fmla="*/ 122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</p:grpSp>
      </p:grpSp>
      <p:sp>
        <p:nvSpPr>
          <p:cNvPr id="66" name="Text Box 68"/>
          <p:cNvSpPr txBox="1">
            <a:spLocks noChangeArrowheads="1"/>
          </p:cNvSpPr>
          <p:nvPr userDrawn="1"/>
        </p:nvSpPr>
        <p:spPr bwMode="auto">
          <a:xfrm>
            <a:off x="906563" y="6400801"/>
            <a:ext cx="34044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1400"/>
              <a:t>© 2013 Goodrich, Tamassia, Goldwasser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1905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1905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7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5A51657D-81AA-493E-9754-4D69E0EB4B8E}" type="datetime8">
              <a:rPr lang="en-US" altLang="en-US"/>
              <a:pPr>
                <a:defRPr/>
              </a:pPr>
              <a:t>10/3/2023 1:24 PM</a:t>
            </a:fld>
            <a:endParaRPr lang="en-US" altLang="en-US"/>
          </a:p>
        </p:txBody>
      </p:sp>
      <p:sp>
        <p:nvSpPr>
          <p:cNvPr id="6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Linked Lists</a:t>
            </a:r>
          </a:p>
        </p:txBody>
      </p:sp>
      <p:sp>
        <p:nvSpPr>
          <p:cNvPr id="6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9BBC95-7BFB-4198-A9C5-368915BC13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37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8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5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6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7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8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9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0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1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2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3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4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5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6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7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8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9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0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1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2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3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4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5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6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7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  <p:grpSp>
            <p:nvGrpSpPr>
              <p:cNvPr id="16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7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8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9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0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1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2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3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4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5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6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7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8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9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0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1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2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3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4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5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6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7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8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9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0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1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2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3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4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5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</p:grpSp>
        <p:sp>
          <p:nvSpPr>
            <p:cNvPr id="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400"/>
            </a:p>
          </p:txBody>
        </p:sp>
        <p:sp>
          <p:nvSpPr>
            <p:cNvPr id="1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11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117 w 43195"/>
                  <a:gd name="T1" fmla="*/ 0 h 43200"/>
                  <a:gd name="T2" fmla="*/ 0 w 43195"/>
                  <a:gd name="T3" fmla="*/ 122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</p:grpSp>
      </p:grpSp>
      <p:sp>
        <p:nvSpPr>
          <p:cNvPr id="68" name="Text Box 68"/>
          <p:cNvSpPr txBox="1">
            <a:spLocks noChangeArrowheads="1"/>
          </p:cNvSpPr>
          <p:nvPr userDrawn="1"/>
        </p:nvSpPr>
        <p:spPr bwMode="auto">
          <a:xfrm>
            <a:off x="906563" y="6400801"/>
            <a:ext cx="34044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1400"/>
              <a:t>© 2013 Goodrich, Tamassia, Goldwasser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9" name="Date Placeholder 6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3243531-8BB4-4C0A-B2F3-8BFAD0395F9F}" type="datetime8">
              <a:rPr lang="en-US" altLang="en-US"/>
              <a:pPr>
                <a:defRPr/>
              </a:pPr>
              <a:t>10/3/2023 1:24 PM</a:t>
            </a:fld>
            <a:endParaRPr lang="en-US" altLang="en-US"/>
          </a:p>
        </p:txBody>
      </p:sp>
      <p:sp>
        <p:nvSpPr>
          <p:cNvPr id="7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Linked Lists</a:t>
            </a:r>
          </a:p>
        </p:txBody>
      </p:sp>
      <p:sp>
        <p:nvSpPr>
          <p:cNvPr id="7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280A8-CCF1-4EF4-BAFB-772FE53275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2492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7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4" name="Group 68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1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2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3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4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5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6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7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8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9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0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1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2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3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4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5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6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7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8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9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0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1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2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3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  <p:grpSp>
            <p:nvGrpSpPr>
              <p:cNvPr id="12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3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4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5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6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7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8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9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0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1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2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3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4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5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6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7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8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9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0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1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2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3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4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5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6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7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8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9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0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1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</p:grpSp>
        <p:sp>
          <p:nvSpPr>
            <p:cNvPr id="5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400"/>
            </a:p>
          </p:txBody>
        </p:sp>
        <p:sp>
          <p:nvSpPr>
            <p:cNvPr id="6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7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8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9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0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117 w 43195"/>
                  <a:gd name="T1" fmla="*/ 0 h 43200"/>
                  <a:gd name="T2" fmla="*/ 0 w 43195"/>
                  <a:gd name="T3" fmla="*/ 122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</p:grpSp>
      </p:grpSp>
      <p:sp>
        <p:nvSpPr>
          <p:cNvPr id="64" name="Text Box 68"/>
          <p:cNvSpPr txBox="1">
            <a:spLocks noChangeArrowheads="1"/>
          </p:cNvSpPr>
          <p:nvPr userDrawn="1"/>
        </p:nvSpPr>
        <p:spPr bwMode="auto">
          <a:xfrm>
            <a:off x="906563" y="6400801"/>
            <a:ext cx="34044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1400"/>
              <a:t>© 2013 Goodrich, Tamassia, Goldwasser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5" name="Date Placeholder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8F784EBC-521B-46BB-9D34-1FC6EFFD95A6}" type="datetime8">
              <a:rPr lang="en-US" altLang="en-US"/>
              <a:pPr>
                <a:defRPr/>
              </a:pPr>
              <a:t>10/3/2023 1:24 PM</a:t>
            </a:fld>
            <a:endParaRPr lang="en-US" altLang="en-US"/>
          </a:p>
        </p:txBody>
      </p:sp>
      <p:sp>
        <p:nvSpPr>
          <p:cNvPr id="6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Linked Lists</a:t>
            </a:r>
          </a:p>
        </p:txBody>
      </p:sp>
      <p:sp>
        <p:nvSpPr>
          <p:cNvPr id="6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CF90C-FABD-4500-B203-8F47B7770B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65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1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2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3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4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5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6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7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8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9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0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1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2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3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4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5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6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7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8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9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0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1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2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  <p:grpSp>
            <p:nvGrpSpPr>
              <p:cNvPr id="11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2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3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4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5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6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7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8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9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0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1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2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3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4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5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6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7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8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9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0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1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2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3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4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5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6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7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8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9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0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</p:grpSp>
        <p:sp>
          <p:nvSpPr>
            <p:cNvPr id="4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400"/>
            </a:p>
          </p:txBody>
        </p:sp>
        <p:sp>
          <p:nvSpPr>
            <p:cNvPr id="5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6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7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9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117 w 43195"/>
                  <a:gd name="T1" fmla="*/ 0 h 43200"/>
                  <a:gd name="T2" fmla="*/ 0 w 43195"/>
                  <a:gd name="T3" fmla="*/ 122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</p:grpSp>
      </p:grpSp>
      <p:sp>
        <p:nvSpPr>
          <p:cNvPr id="63" name="Text Box 68"/>
          <p:cNvSpPr txBox="1">
            <a:spLocks noChangeArrowheads="1"/>
          </p:cNvSpPr>
          <p:nvPr userDrawn="1"/>
        </p:nvSpPr>
        <p:spPr bwMode="auto">
          <a:xfrm>
            <a:off x="906563" y="6400801"/>
            <a:ext cx="34044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1400"/>
              <a:t>© 2013 Goodrich, Tamassia, Goldwasser</a:t>
            </a:r>
          </a:p>
        </p:txBody>
      </p:sp>
      <p:sp>
        <p:nvSpPr>
          <p:cNvPr id="64" name="Date Placeholder 1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892A3AC-AB37-4505-9CEE-9D3462A60867}" type="datetime8">
              <a:rPr lang="en-US" altLang="en-US"/>
              <a:pPr>
                <a:defRPr/>
              </a:pPr>
              <a:t>10/3/2023 1:24 PM</a:t>
            </a:fld>
            <a:endParaRPr lang="en-US" altLang="en-US"/>
          </a:p>
        </p:txBody>
      </p:sp>
      <p:sp>
        <p:nvSpPr>
          <p:cNvPr id="6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Linked Lists</a:t>
            </a:r>
          </a:p>
        </p:txBody>
      </p:sp>
      <p:sp>
        <p:nvSpPr>
          <p:cNvPr id="6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0E9CCE-78EE-4D90-BC04-D1279E3E34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85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6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3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4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5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6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7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8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9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0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1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2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3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4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5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6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7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8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9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0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1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2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3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4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5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  <p:grpSp>
            <p:nvGrpSpPr>
              <p:cNvPr id="14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5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6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7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8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9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0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1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2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3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4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5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6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7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8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9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0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1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2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3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4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5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6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7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8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9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0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1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2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3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</p:grpSp>
        <p:sp>
          <p:nvSpPr>
            <p:cNvPr id="7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400"/>
            </a:p>
          </p:txBody>
        </p:sp>
        <p:sp>
          <p:nvSpPr>
            <p:cNvPr id="8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9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1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2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117 w 43195"/>
                  <a:gd name="T1" fmla="*/ 0 h 43200"/>
                  <a:gd name="T2" fmla="*/ 0 w 43195"/>
                  <a:gd name="T3" fmla="*/ 122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</p:grpSp>
      </p:grpSp>
      <p:sp>
        <p:nvSpPr>
          <p:cNvPr id="66" name="Text Box 68"/>
          <p:cNvSpPr txBox="1">
            <a:spLocks noChangeArrowheads="1"/>
          </p:cNvSpPr>
          <p:nvPr userDrawn="1"/>
        </p:nvSpPr>
        <p:spPr bwMode="auto">
          <a:xfrm>
            <a:off x="906563" y="6400801"/>
            <a:ext cx="34044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1400"/>
              <a:t>© 2013 Goodrich, Tamassia, Goldwasser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DD9C1BA-64A1-4D2D-8A88-2440CF2193D5}" type="datetime8">
              <a:rPr lang="en-US" altLang="en-US"/>
              <a:pPr>
                <a:defRPr/>
              </a:pPr>
              <a:t>10/3/2023 1:24 PM</a:t>
            </a:fld>
            <a:endParaRPr lang="en-US" altLang="en-US"/>
          </a:p>
        </p:txBody>
      </p:sp>
      <p:sp>
        <p:nvSpPr>
          <p:cNvPr id="6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Linked Lists</a:t>
            </a:r>
          </a:p>
        </p:txBody>
      </p:sp>
      <p:sp>
        <p:nvSpPr>
          <p:cNvPr id="6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916A53-C5BC-4E1A-B3BE-66BEE1BA06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0460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6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3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4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5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6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7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8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9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0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1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2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3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4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5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6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7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8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9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0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1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2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3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4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5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  <p:grpSp>
            <p:nvGrpSpPr>
              <p:cNvPr id="14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5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6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7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8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9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0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1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2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3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4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5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6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7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8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9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0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1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2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3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4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5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6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7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8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9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0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1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2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3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</p:grpSp>
        <p:sp>
          <p:nvSpPr>
            <p:cNvPr id="7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400"/>
            </a:p>
          </p:txBody>
        </p:sp>
        <p:sp>
          <p:nvSpPr>
            <p:cNvPr id="8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9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1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2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117 w 43195"/>
                  <a:gd name="T1" fmla="*/ 0 h 43200"/>
                  <a:gd name="T2" fmla="*/ 0 w 43195"/>
                  <a:gd name="T3" fmla="*/ 122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</p:grpSp>
      </p:grpSp>
      <p:sp>
        <p:nvSpPr>
          <p:cNvPr id="66" name="Text Box 68"/>
          <p:cNvSpPr txBox="1">
            <a:spLocks noChangeArrowheads="1"/>
          </p:cNvSpPr>
          <p:nvPr userDrawn="1"/>
        </p:nvSpPr>
        <p:spPr bwMode="auto">
          <a:xfrm>
            <a:off x="906563" y="6400801"/>
            <a:ext cx="34044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1400"/>
              <a:t>© 2013 Goodrich, Tamassia, Goldwasser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1D4C433-98DF-42D6-997A-A3CA25E87D7C}" type="datetime8">
              <a:rPr lang="en-US" altLang="en-US"/>
              <a:pPr>
                <a:defRPr/>
              </a:pPr>
              <a:t>10/3/2023 1:24 PM</a:t>
            </a:fld>
            <a:endParaRPr lang="en-US" altLang="en-US"/>
          </a:p>
        </p:txBody>
      </p:sp>
      <p:sp>
        <p:nvSpPr>
          <p:cNvPr id="6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Linked Lists</a:t>
            </a:r>
          </a:p>
        </p:txBody>
      </p:sp>
      <p:sp>
        <p:nvSpPr>
          <p:cNvPr id="6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1F348-EA5C-4510-A6C8-4611F14103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3483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2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3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4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5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6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7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8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9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0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1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2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3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4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5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6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7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8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9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0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1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2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3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4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  <p:grpSp>
            <p:nvGrpSpPr>
              <p:cNvPr id="13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4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5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6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7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8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9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0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1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2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3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4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5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6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7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8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9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0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1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2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3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4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5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6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7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8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9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0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1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2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</p:grpSp>
        <p:sp>
          <p:nvSpPr>
            <p:cNvPr id="6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400"/>
            </a:p>
          </p:txBody>
        </p:sp>
        <p:sp>
          <p:nvSpPr>
            <p:cNvPr id="7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8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9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0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1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117 w 43195"/>
                  <a:gd name="T1" fmla="*/ 0 h 43200"/>
                  <a:gd name="T2" fmla="*/ 0 w 43195"/>
                  <a:gd name="T3" fmla="*/ 122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</p:grpSp>
      </p:grpSp>
      <p:sp>
        <p:nvSpPr>
          <p:cNvPr id="65" name="Text Box 68"/>
          <p:cNvSpPr txBox="1">
            <a:spLocks noChangeArrowheads="1"/>
          </p:cNvSpPr>
          <p:nvPr userDrawn="1"/>
        </p:nvSpPr>
        <p:spPr bwMode="auto">
          <a:xfrm>
            <a:off x="906563" y="6400801"/>
            <a:ext cx="34044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1400"/>
              <a:t>© 2013 Goodrich, Tamassia, Goldwasser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6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AC8A2AA4-627E-41B0-96B0-4585445C6A81}" type="datetime8">
              <a:rPr lang="en-US" altLang="en-US"/>
              <a:pPr>
                <a:defRPr/>
              </a:pPr>
              <a:t>10/3/2023 1:24 PM</a:t>
            </a:fld>
            <a:endParaRPr lang="en-US" altLang="en-US"/>
          </a:p>
        </p:txBody>
      </p:sp>
      <p:sp>
        <p:nvSpPr>
          <p:cNvPr id="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Linked Lists</a:t>
            </a:r>
          </a:p>
        </p:txBody>
      </p:sp>
      <p:sp>
        <p:nvSpPr>
          <p:cNvPr id="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451C60-9393-43F3-BABA-779D036B27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7853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2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3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4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5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6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7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8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9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0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1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2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3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4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5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6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7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8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9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0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1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2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3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4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  <p:grpSp>
            <p:nvGrpSpPr>
              <p:cNvPr id="13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4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5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6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7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8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9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0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1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2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3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4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5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6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7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8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9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0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1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2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3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4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5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6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7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8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9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0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1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2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</p:grpSp>
        <p:sp>
          <p:nvSpPr>
            <p:cNvPr id="6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400"/>
            </a:p>
          </p:txBody>
        </p:sp>
        <p:sp>
          <p:nvSpPr>
            <p:cNvPr id="7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8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9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0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1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117 w 43195"/>
                  <a:gd name="T1" fmla="*/ 0 h 43200"/>
                  <a:gd name="T2" fmla="*/ 0 w 43195"/>
                  <a:gd name="T3" fmla="*/ 122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</p:grpSp>
      </p:grpSp>
      <p:sp>
        <p:nvSpPr>
          <p:cNvPr id="65" name="Text Box 68"/>
          <p:cNvSpPr txBox="1">
            <a:spLocks noChangeArrowheads="1"/>
          </p:cNvSpPr>
          <p:nvPr userDrawn="1"/>
        </p:nvSpPr>
        <p:spPr bwMode="auto">
          <a:xfrm>
            <a:off x="906563" y="6400801"/>
            <a:ext cx="34044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1400"/>
              <a:t>© 2013 Goodrich, Tamassia, Goldwasser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3800" y="304800"/>
            <a:ext cx="26670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304800"/>
            <a:ext cx="77978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6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6AC568A-223E-469B-8A4E-69E6B9BC3A91}" type="datetime8">
              <a:rPr lang="en-US" altLang="en-US"/>
              <a:pPr>
                <a:defRPr/>
              </a:pPr>
              <a:t>10/3/2023 1:24 PM</a:t>
            </a:fld>
            <a:endParaRPr lang="en-US" altLang="en-US"/>
          </a:p>
        </p:txBody>
      </p:sp>
      <p:sp>
        <p:nvSpPr>
          <p:cNvPr id="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Linked Lists</a:t>
            </a:r>
          </a:p>
        </p:txBody>
      </p:sp>
      <p:sp>
        <p:nvSpPr>
          <p:cNvPr id="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8A983E-8AEB-455D-98C5-E880812721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2057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6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3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4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5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6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7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8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9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0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1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2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3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4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5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6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7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8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59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0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1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2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3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4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65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  <p:grpSp>
            <p:nvGrpSpPr>
              <p:cNvPr id="14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5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6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7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8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9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0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1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2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3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4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5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6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7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8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29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0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1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2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3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4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5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6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7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8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39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0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1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2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43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</p:grpSp>
        <p:sp>
          <p:nvSpPr>
            <p:cNvPr id="7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400"/>
            </a:p>
          </p:txBody>
        </p:sp>
        <p:sp>
          <p:nvSpPr>
            <p:cNvPr id="8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9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1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2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117 w 43195"/>
                  <a:gd name="T1" fmla="*/ 0 h 43200"/>
                  <a:gd name="T2" fmla="*/ 0 w 43195"/>
                  <a:gd name="T3" fmla="*/ 122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</p:grpSp>
      </p:grpSp>
      <p:sp>
        <p:nvSpPr>
          <p:cNvPr id="66" name="Text Box 68"/>
          <p:cNvSpPr txBox="1">
            <a:spLocks noChangeArrowheads="1"/>
          </p:cNvSpPr>
          <p:nvPr userDrawn="1"/>
        </p:nvSpPr>
        <p:spPr bwMode="auto">
          <a:xfrm>
            <a:off x="906563" y="6400801"/>
            <a:ext cx="34044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1400"/>
              <a:t>© 2013 Goodrich, Tamassia, Goldwasser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048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17600" y="19050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19050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7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AAABD052-C1DF-4D31-8958-8C5B49C6D304}" type="datetime8">
              <a:rPr lang="en-US" altLang="en-US"/>
              <a:pPr>
                <a:defRPr/>
              </a:pPr>
              <a:t>10/3/2023 1:24 PM</a:t>
            </a:fld>
            <a:endParaRPr lang="en-US" altLang="en-US"/>
          </a:p>
        </p:txBody>
      </p:sp>
      <p:sp>
        <p:nvSpPr>
          <p:cNvPr id="6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Linked Lists</a:t>
            </a:r>
          </a:p>
        </p:txBody>
      </p:sp>
      <p:sp>
        <p:nvSpPr>
          <p:cNvPr id="6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BE7C07-3C88-4F1A-8832-5AC9953AA2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020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800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1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400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158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117 w 43195"/>
                  <a:gd name="T1" fmla="*/ 0 h 43200"/>
                  <a:gd name="T2" fmla="*/ 0 w 43195"/>
                  <a:gd name="T3" fmla="*/ 122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 sz="1800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3048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0" y="19050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charset="0"/>
                <a:ea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Linked Lists</a:t>
            </a:r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1A3DEB65-2993-4F0A-A067-1EE302F9F7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164" name="Text Box 68"/>
          <p:cNvSpPr txBox="1">
            <a:spLocks noChangeArrowheads="1"/>
          </p:cNvSpPr>
          <p:nvPr userDrawn="1"/>
        </p:nvSpPr>
        <p:spPr bwMode="auto">
          <a:xfrm>
            <a:off x="906563" y="6400801"/>
            <a:ext cx="34044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1400"/>
              <a:t>© 2013 Goodrich, Tamassia, Goldwasser</a:t>
            </a:r>
          </a:p>
        </p:txBody>
      </p:sp>
    </p:spTree>
    <p:extLst>
      <p:ext uri="{BB962C8B-B14F-4D97-AF65-F5344CB8AC3E}">
        <p14:creationId xmlns:p14="http://schemas.microsoft.com/office/powerpoint/2010/main" val="3623818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MS PGothic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Insertion</a:t>
            </a:r>
          </a:p>
        </p:txBody>
      </p:sp>
      <p:sp>
        <p:nvSpPr>
          <p:cNvPr id="696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62200" y="1600200"/>
            <a:ext cx="7848600" cy="609600"/>
          </a:xfrm>
        </p:spPr>
        <p:txBody>
          <a:bodyPr/>
          <a:lstStyle/>
          <a:p>
            <a:r>
              <a:rPr lang="en-US" altLang="en-US" sz="2000"/>
              <a:t>We visualize operation </a:t>
            </a:r>
            <a:r>
              <a:rPr lang="en-US" altLang="en-US" sz="2000">
                <a:solidFill>
                  <a:schemeClr val="tx2"/>
                </a:solidFill>
              </a:rPr>
              <a:t>insertAfter (Joshua)</a:t>
            </a:r>
            <a:endParaRPr lang="en-US" altLang="en-US" sz="2000"/>
          </a:p>
        </p:txBody>
      </p:sp>
      <p:pic>
        <p:nvPicPr>
          <p:cNvPr id="6963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2368550"/>
            <a:ext cx="6792913" cy="380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TextBox 3"/>
          <p:cNvSpPr txBox="1">
            <a:spLocks noChangeArrowheads="1"/>
          </p:cNvSpPr>
          <p:nvPr/>
        </p:nvSpPr>
        <p:spPr bwMode="auto">
          <a:xfrm>
            <a:off x="6858000" y="2514600"/>
            <a:ext cx="114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40458C"/>
                </a:solidFill>
              </a:rPr>
              <a:t>Location</a:t>
            </a:r>
          </a:p>
        </p:txBody>
      </p:sp>
      <p:cxnSp>
        <p:nvCxnSpPr>
          <p:cNvPr id="69638" name="Straight Arrow Connector 2"/>
          <p:cNvCxnSpPr>
            <a:cxnSpLocks noChangeShapeType="1"/>
            <a:stCxn id="69637" idx="2"/>
          </p:cNvCxnSpPr>
          <p:nvPr/>
        </p:nvCxnSpPr>
        <p:spPr bwMode="auto">
          <a:xfrm flipH="1">
            <a:off x="7429500" y="2884488"/>
            <a:ext cx="0" cy="31591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Insertion</a:t>
            </a:r>
          </a:p>
        </p:txBody>
      </p:sp>
      <p:sp>
        <p:nvSpPr>
          <p:cNvPr id="552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86000" y="4495800"/>
            <a:ext cx="7848600" cy="1981200"/>
          </a:xfrm>
        </p:spPr>
        <p:txBody>
          <a:bodyPr/>
          <a:lstStyle/>
          <a:p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We visualize operation </a:t>
            </a:r>
            <a:r>
              <a:rPr lang="en-US" altLang="en-US" sz="20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insertAfter (Joshua)</a:t>
            </a:r>
          </a:p>
          <a:p>
            <a:r>
              <a:rPr lang="en-US" altLang="en-US" sz="20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newnode.previous = location.previous</a:t>
            </a:r>
          </a:p>
          <a:p>
            <a:r>
              <a:rPr lang="en-US" altLang="en-US" sz="20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newnode.next = location</a:t>
            </a:r>
          </a:p>
          <a:p>
            <a:r>
              <a:rPr lang="en-US" altLang="en-US" sz="20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location.previous.next = newnode</a:t>
            </a:r>
          </a:p>
          <a:p>
            <a:r>
              <a:rPr lang="en-US" altLang="en-US" sz="20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location.previous = newnode</a:t>
            </a:r>
          </a:p>
          <a:p>
            <a:endParaRPr lang="en-US" altLang="en-US" sz="2000">
              <a:solidFill>
                <a:schemeClr val="tx2"/>
              </a:solidFill>
            </a:endParaRPr>
          </a:p>
          <a:p>
            <a:endParaRPr lang="en-US" altLang="en-US" sz="2000"/>
          </a:p>
        </p:txBody>
      </p:sp>
      <p:pic>
        <p:nvPicPr>
          <p:cNvPr id="55300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633538"/>
            <a:ext cx="47244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1" name="TextBox 3"/>
          <p:cNvSpPr txBox="1">
            <a:spLocks noChangeArrowheads="1"/>
          </p:cNvSpPr>
          <p:nvPr/>
        </p:nvSpPr>
        <p:spPr bwMode="auto">
          <a:xfrm>
            <a:off x="6477000" y="965200"/>
            <a:ext cx="1143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40458C"/>
                </a:solidFill>
              </a:rPr>
              <a:t>Location</a:t>
            </a:r>
          </a:p>
        </p:txBody>
      </p:sp>
      <p:cxnSp>
        <p:nvCxnSpPr>
          <p:cNvPr id="70662" name="Straight Arrow Connector 5"/>
          <p:cNvCxnSpPr>
            <a:cxnSpLocks noChangeShapeType="1"/>
            <a:stCxn id="70661" idx="2"/>
          </p:cNvCxnSpPr>
          <p:nvPr/>
        </p:nvCxnSpPr>
        <p:spPr bwMode="auto">
          <a:xfrm flipH="1">
            <a:off x="7048500" y="1333500"/>
            <a:ext cx="0" cy="31750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Deletion</a:t>
            </a:r>
          </a:p>
        </p:txBody>
      </p:sp>
      <p:pic>
        <p:nvPicPr>
          <p:cNvPr id="5632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295400"/>
            <a:ext cx="6591300" cy="2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1828800" y="5351463"/>
            <a:ext cx="8763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>
                <a:solidFill>
                  <a:srgbClr val="40458C"/>
                </a:solidFill>
              </a:rPr>
              <a:t>Deletion in doubly linked list: eliminate the need for a reference to a node’s predecessor/previous to delete the node</a:t>
            </a:r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2133600" y="4249738"/>
            <a:ext cx="80772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location.previous.next = location.next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Location.next.previous =location.previous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5" grpId="0"/>
    </p:bldLst>
  </p:timing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  <a:ea typeface="ＭＳ Ｐゴシック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Courier New</vt:lpstr>
      <vt:lpstr>Tahoma</vt:lpstr>
      <vt:lpstr>Wingdings</vt:lpstr>
      <vt:lpstr>Blueprint</vt:lpstr>
      <vt:lpstr>Insertion</vt:lpstr>
      <vt:lpstr>Insertion</vt:lpstr>
      <vt:lpstr>Deletion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Insertion</dc:title>
  <dc:creator>Medha Pujari</dc:creator>
  <cp:lastModifiedBy>Medha Pujari</cp:lastModifiedBy>
  <cp:revision>2</cp:revision>
  <dcterms:created xsi:type="dcterms:W3CDTF">2021-09-21T14:26:57Z</dcterms:created>
  <dcterms:modified xsi:type="dcterms:W3CDTF">2023-10-03T17:26:06Z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4f9dd6-a4b8-4763-a61d-db8d0cf51108_Enabled">
    <vt:lpwstr>true</vt:lpwstr>
  </property>
  <property fmtid="{D5CDD505-2E9C-101B-9397-08002B2CF9AE}" pid="3" name="MSIP_Label_cc4f9dd6-a4b8-4763-a61d-db8d0cf51108_SetDate">
    <vt:lpwstr>2023-10-03T17:26:05Z</vt:lpwstr>
  </property>
  <property fmtid="{D5CDD505-2E9C-101B-9397-08002B2CF9AE}" pid="4" name="MSIP_Label_cc4f9dd6-a4b8-4763-a61d-db8d0cf51108_Method">
    <vt:lpwstr>Standard</vt:lpwstr>
  </property>
  <property fmtid="{D5CDD505-2E9C-101B-9397-08002B2CF9AE}" pid="5" name="MSIP_Label_cc4f9dd6-a4b8-4763-a61d-db8d0cf51108_Name">
    <vt:lpwstr>defa4170-0d19-0005-0004-bc88714345d2</vt:lpwstr>
  </property>
  <property fmtid="{D5CDD505-2E9C-101B-9397-08002B2CF9AE}" pid="6" name="MSIP_Label_cc4f9dd6-a4b8-4763-a61d-db8d0cf51108_SiteId">
    <vt:lpwstr>b5a5796f-19a9-493f-9cb2-7a88b4e9b123</vt:lpwstr>
  </property>
  <property fmtid="{D5CDD505-2E9C-101B-9397-08002B2CF9AE}" pid="7" name="MSIP_Label_cc4f9dd6-a4b8-4763-a61d-db8d0cf51108_ActionId">
    <vt:lpwstr>700c6045-07e3-4d8c-af92-a6f297c427ad</vt:lpwstr>
  </property>
  <property fmtid="{D5CDD505-2E9C-101B-9397-08002B2CF9AE}" pid="8" name="MSIP_Label_cc4f9dd6-a4b8-4763-a61d-db8d0cf51108_ContentBits">
    <vt:lpwstr>0</vt:lpwstr>
  </property>
</Properties>
</file>